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3600000"/>
            <a:ext cx="5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办公文档生成方案对比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5040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A90D9"/>
                </a:solidFill>
              </a:defRPr>
            </a:pPr>
            <a:r>
              <a:t>PPT→PDF vs HTML→PDF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方案一：PPT →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620000"/>
            <a:ext cx="61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使用 python-pptx 生成幻灯片文件，再通过 comtypes 调用 PowerPoint COM 接口转换为 PDF。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0"/>
            <a:ext cx="57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优势：排版直观，所见即所得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优势：可复用 PowerPoint 模板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劣势：依赖 PowerPoint 软件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劣势：转换速度较慢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方案二：HTML →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620000"/>
            <a:ext cx="61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使用 jinja2 渲染 HTML 模板，再通过 Playwright 浏览器内核生成 PDF。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0"/>
            <a:ext cx="57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优势：CSS 排版灵活精细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优势：不依赖 Office 软件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优势：支持复杂网页样式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劣势：需要浏览器内核（约 150MB）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方案对比总结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800000"/>
          <a:ext cx="612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000"/>
                <a:gridCol w="2040000"/>
                <a:gridCol w="2040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方案一 PPT→PDF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方案二 HTML→PDF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依赖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PowerPoint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Playwright + Chromium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排版方式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幻灯片式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网页式（CSS）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灵活性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较慢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快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演示文稿类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文档/报告类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